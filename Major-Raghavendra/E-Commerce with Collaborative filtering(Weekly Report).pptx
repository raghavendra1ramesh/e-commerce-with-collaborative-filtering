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282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8F483F9-2614-4A0B-B63D-984040B3E57F}" type="datetimeFigureOut">
              <a:rPr lang="en-IN" smtClean="0"/>
              <a:pPr/>
              <a:t>16-03-2019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9BAA817-63EC-4C96-A8CC-C2FDB01F2A0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8F483F9-2614-4A0B-B63D-984040B3E57F}" type="datetimeFigureOut">
              <a:rPr lang="en-IN" smtClean="0"/>
              <a:pPr/>
              <a:t>16-03-2019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9BAA817-63EC-4C96-A8CC-C2FDB01F2A0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8F483F9-2614-4A0B-B63D-984040B3E57F}" type="datetimeFigureOut">
              <a:rPr lang="en-IN" smtClean="0"/>
              <a:pPr/>
              <a:t>16-03-2019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9BAA817-63EC-4C96-A8CC-C2FDB01F2A0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83F9-2614-4A0B-B63D-984040B3E57F}" type="datetimeFigureOut">
              <a:rPr lang="en-IN" smtClean="0"/>
              <a:pPr/>
              <a:t>16-03-2019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AA817-63EC-4C96-A8CC-C2FDB01F2A0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83F9-2614-4A0B-B63D-984040B3E57F}" type="datetimeFigureOut">
              <a:rPr lang="en-IN" smtClean="0"/>
              <a:pPr/>
              <a:t>16-03-2019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AA817-63EC-4C96-A8CC-C2FDB01F2A0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8F483F9-2614-4A0B-B63D-984040B3E57F}" type="datetimeFigureOut">
              <a:rPr lang="en-IN" smtClean="0"/>
              <a:pPr/>
              <a:t>16-03-2019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9BAA817-63EC-4C96-A8CC-C2FDB01F2A0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83F9-2614-4A0B-B63D-984040B3E57F}" type="datetimeFigureOut">
              <a:rPr lang="en-IN" smtClean="0"/>
              <a:pPr/>
              <a:t>16-03-2019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AA817-63EC-4C96-A8CC-C2FDB01F2A0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8F483F9-2614-4A0B-B63D-984040B3E57F}" type="datetimeFigureOut">
              <a:rPr lang="en-IN" smtClean="0"/>
              <a:pPr/>
              <a:t>16-03-2019</a:t>
            </a:fld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9BAA817-63EC-4C96-A8CC-C2FDB01F2A0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8F483F9-2614-4A0B-B63D-984040B3E57F}" type="datetimeFigureOut">
              <a:rPr lang="en-IN" smtClean="0"/>
              <a:pPr/>
              <a:t>16-03-2019</a:t>
            </a:fld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9BAA817-63EC-4C96-A8CC-C2FDB01F2A0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83F9-2614-4A0B-B63D-984040B3E57F}" type="datetimeFigureOut">
              <a:rPr lang="en-IN" smtClean="0"/>
              <a:pPr/>
              <a:t>16-03-2019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AA817-63EC-4C96-A8CC-C2FDB01F2A0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83F9-2614-4A0B-B63D-984040B3E57F}" type="datetimeFigureOut">
              <a:rPr lang="en-IN" smtClean="0"/>
              <a:pPr/>
              <a:t>16-03-2019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AA817-63EC-4C96-A8CC-C2FDB01F2A0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8F483F9-2614-4A0B-B63D-984040B3E57F}" type="datetimeFigureOut">
              <a:rPr lang="en-IN" smtClean="0"/>
              <a:pPr/>
              <a:t>16-03-2019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9BAA817-63EC-4C96-A8CC-C2FDB01F2A0F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79712" y="1916832"/>
            <a:ext cx="6172200" cy="1390306"/>
          </a:xfrm>
        </p:spPr>
        <p:txBody>
          <a:bodyPr/>
          <a:lstStyle/>
          <a:p>
            <a:r>
              <a:rPr lang="en-IN" dirty="0" smtClean="0"/>
              <a:t>E-Commerce with Collaborative filtering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32240" y="5805264"/>
            <a:ext cx="2232248" cy="441902"/>
          </a:xfrm>
        </p:spPr>
        <p:txBody>
          <a:bodyPr/>
          <a:lstStyle/>
          <a:p>
            <a:r>
              <a:rPr lang="en-IN" dirty="0" smtClean="0"/>
              <a:t>Raghavendra R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Week-1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 smtClean="0"/>
              <a:t>Training on languages like python , how to connect python with html , </a:t>
            </a:r>
            <a:r>
              <a:rPr lang="en-IN" dirty="0" err="1" smtClean="0"/>
              <a:t>css</a:t>
            </a:r>
            <a:r>
              <a:rPr lang="en-IN" dirty="0" smtClean="0"/>
              <a:t> and </a:t>
            </a:r>
            <a:r>
              <a:rPr lang="en-IN" dirty="0" err="1" smtClean="0"/>
              <a:t>javascript</a:t>
            </a:r>
            <a:r>
              <a:rPr lang="en-IN" dirty="0" smtClean="0"/>
              <a:t>.</a:t>
            </a:r>
          </a:p>
          <a:p>
            <a:r>
              <a:rPr lang="en-IN" dirty="0" smtClean="0"/>
              <a:t>Got new experience in Git control and how to upload project to repository. </a:t>
            </a:r>
          </a:p>
          <a:p>
            <a:r>
              <a:rPr lang="en-IN" dirty="0" smtClean="0"/>
              <a:t>Working on basics of python programming and </a:t>
            </a:r>
            <a:r>
              <a:rPr lang="en-IN" dirty="0" err="1" smtClean="0"/>
              <a:t>javascript</a:t>
            </a:r>
            <a:r>
              <a:rPr lang="en-IN" dirty="0" smtClean="0"/>
              <a:t>.</a:t>
            </a:r>
          </a:p>
          <a:p>
            <a:r>
              <a:rPr lang="en-IN" dirty="0" smtClean="0"/>
              <a:t>How to work with </a:t>
            </a:r>
            <a:r>
              <a:rPr lang="en-IN" dirty="0" err="1" smtClean="0"/>
              <a:t>Jira</a:t>
            </a:r>
            <a:r>
              <a:rPr lang="en-IN" dirty="0" smtClean="0"/>
              <a:t> software and its flavours.</a:t>
            </a:r>
          </a:p>
          <a:p>
            <a:pPr>
              <a:buNone/>
            </a:pPr>
            <a:r>
              <a:rPr lang="en-IN" dirty="0" smtClean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Week-2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 smtClean="0"/>
              <a:t>What is meant by collaborative filtering and its uses in E commerce.</a:t>
            </a:r>
          </a:p>
          <a:p>
            <a:r>
              <a:rPr lang="en-IN" dirty="0" smtClean="0"/>
              <a:t>What is </a:t>
            </a:r>
            <a:r>
              <a:rPr lang="en-US" dirty="0" smtClean="0"/>
              <a:t>Naïve </a:t>
            </a:r>
            <a:r>
              <a:rPr lang="en-US" dirty="0" err="1" smtClean="0"/>
              <a:t>bayes</a:t>
            </a:r>
            <a:r>
              <a:rPr lang="en-US" dirty="0" smtClean="0"/>
              <a:t> algorithm and its uses in this project that helps to make predictions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What is </a:t>
            </a:r>
            <a:r>
              <a:rPr lang="en-US" dirty="0" err="1" smtClean="0"/>
              <a:t>Django</a:t>
            </a:r>
            <a:r>
              <a:rPr lang="en-US" dirty="0" smtClean="0"/>
              <a:t> frame </a:t>
            </a:r>
            <a:r>
              <a:rPr lang="en-US" smtClean="0"/>
              <a:t>work? How </a:t>
            </a:r>
            <a:r>
              <a:rPr lang="en-US" dirty="0" smtClean="0"/>
              <a:t>can it be used?</a:t>
            </a:r>
            <a:endParaRPr lang="en-I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88</TotalTime>
  <Words>101</Words>
  <Application>Microsoft Office PowerPoint</Application>
  <PresentationFormat>On-screen Show (4:3)</PresentationFormat>
  <Paragraphs>12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Oriel</vt:lpstr>
      <vt:lpstr>E-Commerce with Collaborative filtering</vt:lpstr>
      <vt:lpstr>Week-1</vt:lpstr>
      <vt:lpstr>Week-2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with Collaborative filtering</dc:title>
  <dc:creator>Raghavendra</dc:creator>
  <cp:lastModifiedBy>Raghavendra</cp:lastModifiedBy>
  <cp:revision>10</cp:revision>
  <dcterms:created xsi:type="dcterms:W3CDTF">2019-03-14T06:20:58Z</dcterms:created>
  <dcterms:modified xsi:type="dcterms:W3CDTF">2019-03-16T07:02:00Z</dcterms:modified>
</cp:coreProperties>
</file>