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AAFD6F1-7FAF-4AE9-8653-14061C524D99}" type="datetimeFigureOut">
              <a:rPr lang="en-IN" smtClean="0"/>
              <a:t>23-03-2019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88C482F-7494-4433-9C74-A36BEDDB3C6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696" y="1628800"/>
            <a:ext cx="6192688" cy="1008112"/>
          </a:xfrm>
        </p:spPr>
        <p:txBody>
          <a:bodyPr>
            <a:normAutofit/>
          </a:bodyPr>
          <a:lstStyle/>
          <a:p>
            <a:pPr algn="ctr"/>
            <a:r>
              <a:rPr lang="en-I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E-Commerce with </a:t>
            </a:r>
            <a:r>
              <a:rPr lang="en-I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ollaborative Filtering</a:t>
            </a:r>
            <a:endParaRPr lang="en-IN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0032" y="5552002"/>
            <a:ext cx="4158208" cy="1305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Name : Raghavendra R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USN : 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1BM16MCA29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main objective is to provide an effective e-commerce website for a xyz company located in Bangalore.</a:t>
            </a: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system will have the predictive suggesting products for users which usually attracts the users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collaborative filtering makes a better search when particular item/product is searched.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usual UI crashes is being improved.</a:t>
            </a:r>
          </a:p>
          <a:p>
            <a:pPr lvl="0" algn="just">
              <a:buNone/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50106"/>
          </a:xfrm>
        </p:spPr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Existing and Proposed system</a:t>
            </a:r>
            <a:endParaRPr lang="en-IN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existing system had bad UI experience as surveyed  thought the users.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Always show irrelevant  products which users not even interested and does not do any predicting job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system will have the predictive suggesting products for users which usually attracts the users.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collaborative filtering makes a better search when particular item/product is searched.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new UI will never crashes while users are surfing in the website.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Hardware and software specifications</a:t>
            </a:r>
            <a:endParaRPr lang="en-IN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Hardware Specifications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endParaRPr lang="en-IN" dirty="0" smtClean="0"/>
          </a:p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Software Specifications</a:t>
            </a: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9592" y="2060848"/>
          <a:ext cx="6096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Processor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Intel core i3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Processor speed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1.8GHz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RAM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2-4GB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Hard disk</a:t>
                      </a:r>
                      <a:r>
                        <a:rPr lang="en-IN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Capacity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500GB(Minimum)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7584" y="4221088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Operating system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Windows 7</a:t>
                      </a:r>
                      <a:r>
                        <a:rPr lang="en-IN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above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Python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Web Technologies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HTML 5, CSS, Java Script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IDE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PYCharm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MYSql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UML diagrams</a:t>
            </a:r>
            <a:endParaRPr lang="en-IN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Use case Diagram</a:t>
            </a:r>
          </a:p>
          <a:p>
            <a:pPr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276872"/>
            <a:ext cx="559664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Class Diagram</a:t>
            </a:r>
          </a:p>
          <a:p>
            <a:pPr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28800"/>
            <a:ext cx="5149691" cy="401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Admin</a:t>
            </a:r>
          </a:p>
          <a:p>
            <a:pPr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00808"/>
            <a:ext cx="5731510" cy="4053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7467600" cy="5565232"/>
          </a:xfrm>
        </p:spPr>
        <p:txBody>
          <a:bodyPr/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User</a:t>
            </a:r>
          </a:p>
          <a:p>
            <a:pPr>
              <a:buNone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5731510" cy="389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04664"/>
            <a:ext cx="7787208" cy="606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Activity Diagrams</a:t>
            </a:r>
          </a:p>
          <a:p>
            <a:pPr>
              <a:buNone/>
            </a:pPr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Admin					User</a:t>
            </a:r>
          </a:p>
          <a:p>
            <a:pPr>
              <a:buNone/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3456384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628800"/>
            <a:ext cx="374441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111</TotalTime>
  <Words>203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Oriel</vt:lpstr>
      <vt:lpstr>E-Commerce with Collaborative Filtering</vt:lpstr>
      <vt:lpstr>Abstract</vt:lpstr>
      <vt:lpstr>Existing and Proposed system</vt:lpstr>
      <vt:lpstr>Hardware and software specifications</vt:lpstr>
      <vt:lpstr>UML diagrams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with Collaborative Filtering</dc:title>
  <dc:creator>Raghavendra</dc:creator>
  <cp:lastModifiedBy>Raghavendra</cp:lastModifiedBy>
  <cp:revision>12</cp:revision>
  <dcterms:created xsi:type="dcterms:W3CDTF">2019-03-22T19:31:41Z</dcterms:created>
  <dcterms:modified xsi:type="dcterms:W3CDTF">2019-03-22T21:23:09Z</dcterms:modified>
</cp:coreProperties>
</file>