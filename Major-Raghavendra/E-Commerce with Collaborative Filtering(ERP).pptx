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57" r:id="rId4"/>
    <p:sldId id="258" r:id="rId5"/>
    <p:sldId id="261" r:id="rId6"/>
    <p:sldId id="25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282" y="-8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0EDF49F7-C70A-4971-964D-3CA5C2DB764F}" type="slidenum">
              <a:rPr lang="en-IN" smtClean="0"/>
              <a:pPr/>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DF49F7-C70A-4971-964D-3CA5C2DB764F}" type="slidenum">
              <a:rPr lang="en-IN" smtClean="0"/>
              <a:pPr/>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0EDF49F7-C70A-4971-964D-3CA5C2DB764F}"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DF49F7-C70A-4971-964D-3CA5C2DB764F}" type="slidenum">
              <a:rPr lang="en-IN" smtClean="0"/>
              <a:pPr/>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EDF49F7-C70A-4971-964D-3CA5C2DB764F}" type="slidenum">
              <a:rPr lang="en-IN" smtClean="0"/>
              <a:pPr/>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EDF49F7-C70A-4971-964D-3CA5C2DB764F}"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EDF49F7-C70A-4971-964D-3CA5C2DB764F}"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DF49F7-C70A-4971-964D-3CA5C2DB764F}" type="slidenum">
              <a:rPr lang="en-IN" smtClean="0"/>
              <a:pPr/>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0EDF49F7-C70A-4971-964D-3CA5C2DB764F}" type="slidenum">
              <a:rPr lang="en-IN" smtClean="0"/>
              <a:pPr/>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DF49F7-C70A-4971-964D-3CA5C2DB764F}"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C686617-6E1B-4308-964F-3C8AABE0567A}" type="datetimeFigureOut">
              <a:rPr lang="en-IN" smtClean="0"/>
              <a:pPr/>
              <a:t>16-03-2019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DF49F7-C70A-4971-964D-3CA5C2DB764F}"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C686617-6E1B-4308-964F-3C8AABE0567A}" type="datetimeFigureOut">
              <a:rPr lang="en-IN" smtClean="0"/>
              <a:pPr/>
              <a:t>16-03-2019</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0EDF49F7-C70A-4971-964D-3CA5C2DB764F}"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860032" y="5301208"/>
            <a:ext cx="4060304" cy="1008112"/>
          </a:xfrm>
        </p:spPr>
        <p:txBody>
          <a:bodyPr>
            <a:noAutofit/>
          </a:bodyPr>
          <a:lstStyle/>
          <a:p>
            <a:r>
              <a:rPr lang="en-IN" sz="2400" dirty="0" smtClean="0">
                <a:latin typeface="Times New Roman" pitchFamily="18" charset="0"/>
                <a:cs typeface="Times New Roman" pitchFamily="18" charset="0"/>
              </a:rPr>
              <a:t>Name : Raghavendra R</a:t>
            </a:r>
          </a:p>
          <a:p>
            <a:r>
              <a:rPr lang="en-IN" sz="2400" dirty="0" smtClean="0">
                <a:latin typeface="Times New Roman" pitchFamily="18" charset="0"/>
                <a:cs typeface="Times New Roman" pitchFamily="18" charset="0"/>
              </a:rPr>
              <a:t>USN : 1BM16MCA29</a:t>
            </a:r>
            <a:endParaRPr lang="en-IN" sz="2400" dirty="0">
              <a:latin typeface="Times New Roman" pitchFamily="18" charset="0"/>
              <a:cs typeface="Times New Roman" pitchFamily="18" charset="0"/>
            </a:endParaRPr>
          </a:p>
        </p:txBody>
      </p:sp>
      <p:sp>
        <p:nvSpPr>
          <p:cNvPr id="2" name="Title 1"/>
          <p:cNvSpPr>
            <a:spLocks noGrp="1"/>
          </p:cNvSpPr>
          <p:nvPr>
            <p:ph type="ctrTitle"/>
          </p:nvPr>
        </p:nvSpPr>
        <p:spPr/>
        <p:txBody>
          <a:bodyPr>
            <a:normAutofit/>
          </a:bodyPr>
          <a:lstStyle/>
          <a:p>
            <a:r>
              <a:rPr lang="en-IN" sz="3200" dirty="0" smtClean="0">
                <a:latin typeface="Times New Roman" pitchFamily="18" charset="0"/>
                <a:cs typeface="Times New Roman" pitchFamily="18" charset="0"/>
              </a:rPr>
              <a:t>E-Commerce with Collaborative Filtering(ERP)</a:t>
            </a:r>
            <a:endParaRPr lang="en-IN" sz="32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Contents</a:t>
            </a:r>
            <a:endParaRPr lang="en-IN" dirty="0"/>
          </a:p>
        </p:txBody>
      </p:sp>
      <p:sp>
        <p:nvSpPr>
          <p:cNvPr id="3" name="Content Placeholder 2"/>
          <p:cNvSpPr>
            <a:spLocks noGrp="1"/>
          </p:cNvSpPr>
          <p:nvPr>
            <p:ph sz="quarter" idx="1"/>
          </p:nvPr>
        </p:nvSpPr>
        <p:spPr/>
        <p:txBody>
          <a:bodyPr/>
          <a:lstStyle/>
          <a:p>
            <a:r>
              <a:rPr lang="en-IN" dirty="0" smtClean="0"/>
              <a:t>Introduction</a:t>
            </a:r>
          </a:p>
          <a:p>
            <a:r>
              <a:rPr lang="en-IN" dirty="0" smtClean="0"/>
              <a:t>Screen shots</a:t>
            </a:r>
          </a:p>
          <a:p>
            <a:r>
              <a:rPr lang="en-IN" dirty="0" smtClean="0"/>
              <a:t>Conclusion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sz="quarter" idx="1"/>
          </p:nvPr>
        </p:nvSpPr>
        <p:spPr/>
        <p:txBody>
          <a:bodyPr/>
          <a:lstStyle/>
          <a:p>
            <a:r>
              <a:rPr lang="en-US" dirty="0" smtClean="0"/>
              <a:t>“</a:t>
            </a:r>
            <a:r>
              <a:rPr lang="en-US" b="1" dirty="0" smtClean="0"/>
              <a:t>E-commerce using collaborative filtering(ERP)</a:t>
            </a:r>
            <a:r>
              <a:rPr lang="en-US" dirty="0" smtClean="0"/>
              <a:t>” is basically a  web-based platform  is to provide a best way of searching of items in a e commerce site for a particular shopper. </a:t>
            </a:r>
          </a:p>
          <a:p>
            <a:r>
              <a:rPr lang="en-US" dirty="0" smtClean="0"/>
              <a:t>It is a ERP system for xyz company which has various types of goods and they need every thing to be automated and customized to reduce the human work. </a:t>
            </a:r>
            <a:r>
              <a:rPr lang="en-US" dirty="0" smtClean="0"/>
              <a:t>. </a:t>
            </a:r>
            <a:endParaRPr lang="en-US" dirty="0" smtClean="0"/>
          </a:p>
          <a:p>
            <a:pPr>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Continued..</a:t>
            </a:r>
            <a:endParaRPr lang="en-IN" dirty="0"/>
          </a:p>
        </p:txBody>
      </p:sp>
      <p:sp>
        <p:nvSpPr>
          <p:cNvPr id="3" name="Content Placeholder 2"/>
          <p:cNvSpPr>
            <a:spLocks noGrp="1"/>
          </p:cNvSpPr>
          <p:nvPr>
            <p:ph sz="quarter" idx="1"/>
          </p:nvPr>
        </p:nvSpPr>
        <p:spPr/>
        <p:txBody>
          <a:bodyPr/>
          <a:lstStyle/>
          <a:p>
            <a:r>
              <a:rPr lang="en-US" dirty="0" smtClean="0"/>
              <a:t>The proposed recommender system is divided into an offline component and an online component. The offline component is used to train parameters used in the algorithm with the latest data and the online component is used to present recommendation result directly to users</a:t>
            </a:r>
            <a:r>
              <a:rPr lang="en-US" dirty="0" smtClean="0"/>
              <a:t>.</a:t>
            </a:r>
          </a:p>
          <a:p>
            <a:r>
              <a:rPr lang="en-US" dirty="0" smtClean="0"/>
              <a:t>The </a:t>
            </a:r>
            <a:r>
              <a:rPr lang="en-US" dirty="0" smtClean="0"/>
              <a:t>offline component is not usually executed in real time because processing data collected from massive users and items can be time consuming. However, the needs of user are changing all the time.</a:t>
            </a:r>
            <a:endParaRPr lang="en-IN" dirty="0" smtClean="0"/>
          </a:p>
          <a:p>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Modules</a:t>
            </a:r>
            <a:endParaRPr lang="en-IN" dirty="0"/>
          </a:p>
        </p:txBody>
      </p:sp>
      <p:sp>
        <p:nvSpPr>
          <p:cNvPr id="3" name="Content Placeholder 2"/>
          <p:cNvSpPr>
            <a:spLocks noGrp="1"/>
          </p:cNvSpPr>
          <p:nvPr>
            <p:ph sz="quarter" idx="1"/>
          </p:nvPr>
        </p:nvSpPr>
        <p:spPr/>
        <p:txBody>
          <a:bodyPr/>
          <a:lstStyle/>
          <a:p>
            <a:pPr lvl="0">
              <a:buNone/>
            </a:pPr>
            <a:r>
              <a:rPr lang="en-US" b="1" dirty="0" smtClean="0"/>
              <a:t>Upload products</a:t>
            </a:r>
            <a:endParaRPr lang="en-IN" dirty="0" smtClean="0"/>
          </a:p>
          <a:p>
            <a:r>
              <a:rPr lang="en-US" dirty="0" smtClean="0"/>
              <a:t>Uploading the products is done by admin. Authorized person is uploading the new arrivals to system that are listed to users. Product can be uploaded with its attributes such as brand, color, and all other details of warranty. The uploaded products are able to block or unblock by users.</a:t>
            </a:r>
            <a:endParaRPr lang="en-IN" dirty="0" smtClean="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068960"/>
            <a:ext cx="7772400" cy="720080"/>
          </a:xfrm>
        </p:spPr>
        <p:txBody>
          <a:bodyPr>
            <a:normAutofit fontScale="90000"/>
          </a:bodyPr>
          <a:lstStyle/>
          <a:p>
            <a:pPr algn="ctr"/>
            <a:r>
              <a:rPr lang="en-IN" dirty="0" smtClean="0"/>
              <a:t>THANK YOU</a:t>
            </a:r>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1280</TotalTime>
  <Words>223</Words>
  <Application>Microsoft Office PowerPoint</Application>
  <PresentationFormat>On-screen Show (4:3)</PresentationFormat>
  <Paragraphs>17</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Equity</vt:lpstr>
      <vt:lpstr>E-Commerce with Collaborative Filtering(ERP)</vt:lpstr>
      <vt:lpstr>Contents</vt:lpstr>
      <vt:lpstr>Introduction</vt:lpstr>
      <vt:lpstr>Continued..</vt:lpstr>
      <vt:lpstr>Modules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with Collaborative Filtering(ERP)</dc:title>
  <dc:creator>Raghavendra</dc:creator>
  <cp:lastModifiedBy>Raghavendra</cp:lastModifiedBy>
  <cp:revision>64</cp:revision>
  <dcterms:created xsi:type="dcterms:W3CDTF">2019-03-01T19:50:19Z</dcterms:created>
  <dcterms:modified xsi:type="dcterms:W3CDTF">2019-03-16T07:00:40Z</dcterms:modified>
</cp:coreProperties>
</file>